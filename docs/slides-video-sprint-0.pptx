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 — EQUIPE · 0:00 a 0:30 · ~80 palavras
Oi, eu sou o Matheus Senas de Cristo, matricula 20240002384, e este e o EntregaAi, meu projeto de Processos de Software.
E um projeto individual: eu acumulo os quatro papeis - Product Owner, desenvolvedor, revisor e qualidade - e no ultimo bloco eu mostro como o processo da conta disso, porque e o ponto mais fragil de trabalhar sozinho.
Coorte B, online, sem integracao com outra disciplina.
Nos proximos cinco minutos: o problema, o MVP e, principalmente, como eu vou trabalhar.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2 — VISAO · 0:30 a 2:00 (parte 1)
NAO AFIRME NUMERO QUE VOCE NAO MEDIU. Descreva o processo, que e evidencia qualitativa legitima.
Fui ver como funciona a portaria de um condominio hoje, e o processo e manual de ponta a ponta.
A encomenda chega e o porteiro ANOTA NO CADERNO - nome e apartamento, a mao, no meio da fila de entregadores.
Depois ele LIGA PARA O MORADOR, uma encomenda por vez. Se o morador nao atende, ele liga de novo. E de novo mais tarde. O aviso depende da insistencia do porteiro.
O resultado e que encomenda ACUMULA na portaria por dias - e quando alguem finalmente retira, nao fica registro de quem foi.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2 — VISAO · 0:30 a 2:00 (parte 2)
Esse processo tem tres problemas.
PRIMEIRO: em horario de pico chegam varias entregadoras juntas, e o porteiro tem que ler a etiqueta e transcrever a mao. Ele posterga ou abrevia - o dado nasce errado, ou nem nasce.
SEGUNDO: avisar o morador depende da insistencia do porteiro. Ele liga, o morador nao atende, ele liga de novo mais tarde. Enquanto isso a encomenda fica ocupando a portaria por dias.
TERCEIRO: a retirada nao tem rastro. Quando aparece uma reclamacao de extravio, e a palavra do morador contra a do porteiro, e o condominio nao tem como apurar.
SE ESTOURAR O TEMPO: fale dois problemas e diga que o terceiro esta na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2 — VISAO · fecha em 2:00
Quem sofre com isso e o PORTEIRO - turno de doze horas, celular na mao, nenhuma familiaridade com software. Ele e o UNICO usuario do sistema, e nem login existe: o app abre direto na operacao. O morador nao usa sistema nenhum: ele so recebe a mensagem no WhatsApp.
O EntregaAi e um sistema web de portaria: o porteiro tira uma foto da etiqueta, uma IA le o rotulo, identifica o apartamento e o morador no cadastro, e o morador recebe WhatsApp na hora. Diferente de caderno, planilha ou dos modulos de encomenda que ja existem, ninguem digita nome e apartamento no momento da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 — MVP · 2:00 a 3:30 (parte 1)
APONTE COM O CURSOR enquanto fala.
O MVP e este ciclo, e so ele: NAO TEM LOGIN - o app abre direto na operacao. O porteiro fotografa a etiqueta, o sistema devolve bloco, unidade e destinatario JA PREENCHIDOS E EDITAVEIS, ele confirma, o morador recebe o WhatsApp - e quando vem buscar, a retirada e validada com os QUATRO ULTIMOS DIGITOS DO TELEFONE dele. Isso e a prova de que a encomenda foi entregue para a pessoa certa.
Os tres primeiros cartoes sao o registro; os dois de baixo, em verde, sao as duas saidas do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 — MVP · 2:00 a 3:30 (parte 2)
Duas decisoes de escopo que eu quero deixar explicitas, porque sao elas que fazem isso caber em quatro sprints trabalhando sozinho.
UM: NAO EXISTE LOGIN. Nem autenticacao, nem autorizacao, nem perfil de usuario. O app e a tela da portaria: abre e opera. Isso e uma decisao consciente - o sistema roda na rede da portaria, o unico operador e o porteiro, e colocar login agora custaria uma sprint sem testar nada da minha hipotese. Autenticacao e o primeiro item DEPOIS do MVP, e a limitacao esta declarada na proposta.
DOIS: nao existe tela de cadastro. Condominio, apartamentos e moradores entram por um SCRIPT DE SEED versionado no repositorio - o condominio ja vem pre-cadastrado. Se trocar o telefone de um morador, eu rodo o script de novo.
Tambem estao fora: cobranca, multi-condominio, app nativo, biometria e bot de WhatsApp com resposta do morador.
SE ESTOURAR O TEMPO: cite tres itens do 'fora' em vez de seis.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 — MVP · fecha em 3:30
Minha hipotese de valor e que o porteiro vai FOTOGRAFAR EM VEZ DE ANOTAR NO CADERNO porque o registro deixa de ser digitacao e o morador e avisado sozinho, sem ninguem ter que ligar.
E eu defini como medir: NOVENTA POR CENTO dos registros aceitos sem nenhuma edicao do que a IA leu, tempo mediano de ATE CINCO SEGUNDOS da foto ao registro salvo, NOVENTA E CINCO POR CENTO das encomendas notificadas em cinco minutos, e OITENTA POR CENTO das retiradas validadas por telefone, nao manualmente.
SE ESTOURAR O TEMPO: cite dois numeros em vez de quatro.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4 — PROCESSO · 3:30 a 5:00 (parte 1)
Agora o processo, que nesta disciplina pesa tanto quanto o produto.
SPRINTS DE DUAS SEMANAS. Planejo na segunda-feira da primeira semana e fecho na sexta da segunda, com demo gravada e retrospectiva escrita em arquivo no repositorio. Como trabalho sozinho, as cerimonias viram registro escrito: o planejamento mora na issue da sprint, e todo dia util eu escrevo duas linhas - o que fiz e o que travou. Isso nao e burocracia: e o dado de fluxo que eu vou precisar para o VSM e para as metricas DORA nas proximas sprints.
&gt;&gt;&gt; AGORA TROQUE PARA O NAVEGADOR (Alt+Tab) E MOSTRE O QUADRO AO VIVO. &lt;&lt;&lt;
Percorra as colunas com o cursor, mostre o WIP no nome de cada coluna, e abra uma issue com critérios de aceitação. NAO fale sobre o quadro em slide - a rubrica de comunicacao da 30% para demonstracao do artefato funcionando.
Texto para falar com o quadro na tela:
Este e o quadro: Backlog, Sprint Backlog, Em progresso, Em revisao e Pronto. Os limites de WIP estao declarados em cada coluna. O mais importante e EM PROGRESSO IGUAL A UM: sozinho, meu risco nao e fila grande, e abrir tres frentes e nao fechar nenhuma. E EM REVISAO NO MAXIMO DOIS - batendo o limite, revisar passa a frente de escrever codigo.
Sao onze historias, todas priorizadas e estimadas em pontos, com criterios de aceitacao escritos - como neste aqui. P1 e o MVP, P2 e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4 — PROCESSO · fecha em 5:00
VOLTE DO NAVEGADOR PARA ESTE SLIDE.
E o ponto mais delicado de trabalhar sozinho: NAO TEM QUEM REVISE MEU CODIGO.
Minha resposta a isso e um AGENTE DE IA REVISANDO TODO PULL REQUEST, acionado automaticamente pelo GitHub Actions. Ele comenta bug, caso de borda e teste faltando; CADA APONTAMENTO TEM QUE SER RESOLVIDO OU JUSTIFICADO POR ESCRITO NO PR antes do merge. A IA comenta, eu decido, e a decisao fica registrada. Recusar com justificativa vale; ignorar em silencio, nao.
Fechando isso, a integracao continua roda lint, build e testes e BLOQUEIA O MERGE se algo quebrar. Junto com os outros itens da minha Definicao de Pronto, e o que faz um item sair de 'Em revisao' para 'Pronto'.
E isso. Na Sprint 1 eu entrego o ciclo funcionando sem a IA - o registro manual e a lista de pendentes - e na Sprint 2 entra a camera.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105156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806440" y="13258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📦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→ IA → WhatsApp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EntregaAí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57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portaria fotografa a etiqueta. A IA identifica o morador.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WhatsApp avisa na hora.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886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Senas de Cristo  ·  20240002384  ·  @MatheusSCristo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187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DIM0510 — Processos de Software  ·  Sprint 0  ·  Projeto individual  ·  Coorte B (online)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a portaria hoje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recebimento à entrega, tudo manual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645920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7099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no caderno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231136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apartamento à mão, no meio da fila de entregadores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82896" y="1645920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82896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13248" y="17099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para o morador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82896" y="2231136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Interfone ou telefone, uma encomenda por vez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3291840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3355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atendeu? Liga de novo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" y="3877056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 novo mais tarde. O aviso depende de insistência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343C46"/>
          </a:solidFill>
          <a:ln w="12700">
            <a:solidFill>
              <a:srgbClr val="343C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82896" y="3291840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82896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13248" y="3355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encomenda acumula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82896" y="3877056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dias na portaria — e ninguém registra quem retirou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problemas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536192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no pico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entregadoras chegam juntas. O porteiro abrevia — ou nem registra.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2679192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7860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aviso depende de insistência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92608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Ligar, não atender, ligar de novo. A encomenda fica dias na portaria.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3822192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72160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retirada não tem rastro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06908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Reclamação de extravio vira a palavra do morador contra a do porteiro.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57276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21284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da etiqueta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5603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porteiro não digita nada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90672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73552" y="1371600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3552" y="157276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38144" y="221284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25603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e morador, do cadastro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61304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44184" y="1371600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44184" y="157276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208776" y="221284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na hora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08776" y="25603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interfone, sem grupo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401568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343C46"/>
          </a:solidFill>
          <a:ln w="12700">
            <a:solidFill>
              <a:srgbClr val="343C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566160"/>
            <a:ext cx="7626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porteiro é o único usuário — e não existe login.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morador nem acessa o sistema: ele só recebe a mensagem no WhatsApp.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do MVP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ciclo, e só ele — sem login, o app abre na operação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591056"/>
            <a:ext cx="402336" cy="402336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164592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da etiqueta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157984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do celular, sem digitar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37160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91056"/>
            <a:ext cx="402336" cy="402336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86784" y="164592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prontos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57984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Editáveis, sempre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44184" y="137160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591056"/>
            <a:ext cx="402336" cy="402336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57416" y="164592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2157984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observação e auditoria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28803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343C46"/>
          </a:solidFill>
          <a:ln w="12700">
            <a:solidFill>
              <a:srgbClr val="343C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3099816"/>
            <a:ext cx="402336" cy="402336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16152" y="315468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ao morador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" y="3666744"/>
            <a:ext cx="3575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Automático, com retentativa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343C46"/>
          </a:solidFill>
          <a:ln w="12700">
            <a:solidFill>
              <a:srgbClr val="343C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3099816"/>
            <a:ext cx="402336" cy="402336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315468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 validada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64608" y="3666744"/>
            <a:ext cx="3575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últimos dígitos do telefone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por telefone é a prova de que a encomenda foi entregue à pessoa certa.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fora — e por quê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MVP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direto na operação — sem login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com foto e leitura da etiqueta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 auditoria da leitura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no WhatsApp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 validada por telefone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343C46"/>
          </a:solidFill>
          <a:ln w="12700">
            <a:solidFill>
              <a:srgbClr val="343C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MVP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autenticação e autorização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de cadastro — os dados vêm do seed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perfil além do porteiro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e multi-condomínio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nativo e bot de WhatsApp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Biometria e rastreio de transportadora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login, sem cadastro pela tela.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Condomínio, unidades e moradores entram por script de seed versionado — isso me economiza uma sprint de formulários e de telas de acesso.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vou medir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hipótese de valor se sustenta ou não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343C46"/>
          </a:solidFill>
          <a:ln w="12700">
            <a:solidFill>
              <a:srgbClr val="343C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porteiro vai fotografar em vez de anotar no caderno porque o registro deixa de ser digitação e o morador é avisado sozinho, sem ligação.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26517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364992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registros aceitos sem edição do que a IA leu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9464" y="23774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34056" y="26517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734056" y="3364992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foto até o registro salvo (mediana)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36008" y="23774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6517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364992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notificadas em até 5 min do registro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02552" y="23774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67144" y="26517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3364992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retiradas validadas por telefone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vou trabalhar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disciplina, processo pesa tanto quanto produto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343C46"/>
          </a:solidFill>
          <a:ln w="12700">
            <a:solidFill>
              <a:srgbClr val="343C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444752"/>
            <a:ext cx="7626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semanas. </a:t>
            </a:r>
            <a:pPr indent="0" marL="0"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Planejo na segunda da 1ª semana, fecho na sexta da 2ª. Escopo congela no planejamento.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95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295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min, início da sprint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2951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da sprint: meta e itens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diário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862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min, dias úteis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8620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linhas: o que fiz, o que travou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28416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meio da sprint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escopo aqui, não no fim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895344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995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retro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3995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min, fim da sprint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995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gravada + ações com prazo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Trabalhando sozinho, as cerimônias viram registro escrito — é ele que gera o dado de fluxo para o VSM e as métricas DORA.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revisor humano: agente de IA + CI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mais delicado de trabalhar sozinho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TODO PULL REQUEST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10512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acionado pelo GitHub Actions em todo PR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apontamento é resolvido ou justificado por escrito no PR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comenta, eu decido, a decisão fica registrada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com justificativa vale; ignorar em silêncio, não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343C46"/>
          </a:solidFill>
          <a:ln w="12700">
            <a:solidFill>
              <a:srgbClr val="343C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81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PRONTO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10512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aceitação marcados na issue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vinculado à issue — nunca commit direto em main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Apontamentos da IA resolvidos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verde bloqueia o merge: lint, build, testes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à mão no ambiente publicado, no celular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2B323B"/>
          </a:solidFill>
          <a:ln w="12700">
            <a:solidFill>
              <a:srgbClr val="2B3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3977640"/>
            <a:ext cx="7626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</a:t>
            </a:r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funcionando sem IA — registro manual e lista de pendentes.    </a:t>
            </a:r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</a:t>
            </a:r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câmera.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EntregaAi - Sprint 0</dc:title>
  <dc:subject>PptxGenJS Presentation</dc:subject>
  <dc:creator>Matheus Senas de Cristo</dc:creator>
  <cp:lastModifiedBy>Matheus Senas de Cristo</cp:lastModifiedBy>
  <cp:revision>1</cp:revision>
  <dcterms:created xsi:type="dcterms:W3CDTF">2026-09-10T11:44:59Z</dcterms:created>
  <dcterms:modified xsi:type="dcterms:W3CDTF">2026-09-10T11:44:59Z</dcterms:modified>
</cp:coreProperties>
</file>